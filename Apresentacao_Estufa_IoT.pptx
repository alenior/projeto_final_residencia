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Estufa IoT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Automação, climatização e monitoramento inteligente de estufas</a:t>
            </a:r>
          </a:p>
          <a:p>
            <a:pPr>
              <a:defRPr sz="2200">
                <a:solidFill>
                  <a:srgbClr val="1E1E1E"/>
                </a:solidFill>
              </a:defRPr>
            </a:pP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Solução para produtores e hobbistas com monitoramento remoto e controle automatizado.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Problema e Motivação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Perdas por variações climáticas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Irrigação manual ou semiautomática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Predadores e invasões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Necessidade de acompanhamento remoto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Busca por alimentos mais naturais e saudáveis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6D4C41"/>
          </a:solidFill>
          <a:ln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Objetivos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Temperatura e umidade ambiente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Umidade do solo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Luminosidade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Detecção de movimento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Controle de irrigação, ventilação, iluminação e câmera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6D4C41"/>
          </a:solidFill>
          <a:ln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Arquitetura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ESP32‑S3 (Kiira v2)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MQTT + Firebase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Flutter Web e Mobile</a:t>
            </a:r>
          </a:p>
          <a:p>
            <a:pPr>
              <a:defRPr sz="2200">
                <a:solidFill>
                  <a:srgbClr val="1E1E1E"/>
                </a:solidFill>
              </a:defRPr>
            </a:pP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Telemetria, comandos, armazenamento de dados e imagens.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Hardware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HDC1080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Sensor de umidade do solo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LDR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PIR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Buzzer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Relés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Bomba d'água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Ventoinha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SD Card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Câmera OV5640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6D4C41"/>
          </a:solidFill>
          <a:ln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Comunicação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MQTT (HiveMQ)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Telemetria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Comandos</a:t>
            </a:r>
          </a:p>
          <a:p>
            <a:pPr>
              <a:defRPr sz="2200">
                <a:solidFill>
                  <a:srgbClr val="1E1E1E"/>
                </a:solidFill>
              </a:defRPr>
            </a:pP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Firebase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Banco de dados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Armazenamento de imagens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6D4C41"/>
          </a:solidFill>
          <a:ln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Flutter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Clima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Rega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Controle de pragas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Câmera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• Informações do dispositivo</a:t>
            </a:r>
          </a:p>
          <a:p>
            <a:pPr>
              <a:defRPr sz="2200">
                <a:solidFill>
                  <a:srgbClr val="1E1E1E"/>
                </a:solidFill>
              </a:defRPr>
            </a:pP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Acesso via navegador e smartphone.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Demonstração e Conclusão</a:t>
            </a:r>
          </a:p>
        </p:txBody>
      </p:sp>
      <p:pic>
        <p:nvPicPr>
          <p:cNvPr id="4" name="Picture 3" descr="estuf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Resultados obtidos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Validação da arquitetura</a:t>
            </a:r>
          </a:p>
          <a:p>
            <a:pPr>
              <a:defRPr sz="2200">
                <a:solidFill>
                  <a:srgbClr val="1E1E1E"/>
                </a:solidFill>
              </a:defRPr>
            </a:pPr>
            <a:r>
              <a:t>Demonstração prática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914400"/>
            <a:ext cx="2194560" cy="43891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